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384048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0C14"/>
                </a:solidFill>
              </a:defRPr>
            </a:pPr>
            <a:r>
              <a:t>PRASUNETHON 2.0 — FINAL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VitaLens</a:t>
            </a:r>
          </a:p>
          <a:p>
            <a:pPr>
              <a:spcBef>
                <a:spcPts val="600"/>
              </a:spcBef>
              <a:defRPr sz="2600" b="1">
                <a:solidFill>
                  <a:srgbClr val="10B981"/>
                </a:solidFill>
              </a:defRPr>
            </a:pPr>
            <a:r>
              <a:t>AI-Powered Contactless Wellness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Real-time Heart Rate (rPPG), Personalized HRV Stress, and Eye Strain / Drowsiness Detection from any standard webcam. Zero wearables, zero hardware cost, 100% client-side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0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🌐 LIVE PRODUCTION DEPLOYMENT &amp; ARTIFACTS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Web Application:  https://vitalens-fdtx.vercel.app/  (1-Click WebAssembly Demo)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Video Walkthrough:     https://drive.google.com/file/d/1-__Ep_3rCFzFefDWSm10ybyXbbVenS59/view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GitHub Source Code:   https://github.com/sanjaykumar-xe/vitalens  (Clean Architecture &amp; Docs)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Silent Epidemic of Workplace Burnout &amp; Digital Strain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Millions of digital workers and remote employees suffer from preventable health crises undetected.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1. The Wearable Barrier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[Hardware Limitation]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Over 85% of global users do not wear smartwatches or fitness trackers continuously.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High cost ($300 - $600 per unit) makes enterprise-wide health monitoring cost-prohibitive.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Charging friction and skin irritation cause 40%+ 6-month user abandonment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Invisible Chronic Stress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[Physiological Gap]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Stress is directly reflected in Heart Rate Variability (HRV), but users rarely know when autonomic stress peaks.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Generic baseline comparisons fail because normal resting SDNN varies wildly across individuals (30ms vs. 90ms).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Prolonged unnoticed strain leads to cardiovascular degradation and severe burnout.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3. Computer Vision Syndrome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[Ergonomic Crisis]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Screen workers blink 60% less frequently (often dropping below 8 blinks/min), causing dry eye and headache.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Micro-sleeps and progressive drowsiness cause workplace accidents and cognitive degradation.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Traditional systems require manual self-reporting rather than continuous passive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VitaLens: Frictionless, Zero-Hardware Health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any standard commodity webcam into a clinical-grade biometric diagnostic terminal.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1. Optical Pulse (rPPG)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[Optical Cardiopulmonary]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Remote Photoplethysmography measures subtle blood absorption micro-fluctuations in green light.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Automated forehead polygon tracking via MediaPipe FaceMesh (468 landmarks).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3rd-order Butterworth bandpass (0.7-4.0 Hz) + FFT spectrum estimation produces real-time BPM.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2. Personal Baseline HRV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[Adaptive Autonomic Health]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Systolic pulse peak detection calculates true Inter-Beat Intervals (RR intervals) in milliseconds.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Proprietary 30-Second Baseline Calibration measures user's natural resting SDNN.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Classifies stress by percentage deviation (Delta%) rather than arbitrary static cutoffs.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3. Adaptive Eye Ergonomics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[Computer Vision Geometry]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Calculates geometric Eye Aspect Ratio (EAR) across 12 dedicated ocular landmarks.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Learns user's natural open-eye baseline, adapting dynamically to glasses and eye anatomy.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Debounced blink counting + instant Web Audio alert on sustained closure (&gt;= 2.0s).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Unified Vision Pipeline &amp; Digital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single MediaPipe Face Mesh execution feeds two high-speed DSP and computer vision engines.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Optical rPPG Signal Engine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[DSP &amp; Pulse Mechanics]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Forehead Region of Interest (ROI): Dynamic convex hull across landmarks [10, 109, 108, 151, 337, 338, 297, 332, 103].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Resampling: Linear interpolation onto uniform 30.0 Hz time grid.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Filtering: 4th-order zero-phase forward-backward Butterworth bandpass filter (0.7 Hz - 4.0 Hz).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Spectral Analysis: Hanning window + Radix-2 FFT with parabolic sub-bin frequency interpolation (&lt;0.5 BPM precision).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HRV &amp; SDNN: Peak prominence thresholding (0.30 * sigma) + 300-1500ms physiological RR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Ocular Geometry &amp; Audio Alert Engine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[Geometric Vision &amp; Acoustics]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Eye Aspect Ratio Formula: EAR = (||p2-p6|| + ||p3-p5||) / (2 * ||p1-p4||).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Adaptive Baseline Learning: Continuously tracks 80th percentile of open eyes; sets threshold to 72% of personal baseline.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Debouncing &amp; Refractory Filter: 2-frame fast smoothing + 180ms cooldown eliminates landmark jitter.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Extrapolated Warmup: Normalizes blink count to accurate blinks/min rate from second 10 onward.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Web Audio API Sound Alert: 1000 Hz square-wave double-beep triggered on alert state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OUR 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'Personal Baseline Calibration' Wins Over Static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Traditional algorithms fail because resting heart rate variability is highly individual.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The Flaw with Existing Products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[The Competitor Problem]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Static Threshold Fallacy: Most wearables classify SDNN &lt; 50ms as 'high stress'. But a healthy 50-year-old might naturally sit at 35ms, while a young athlete sits at 90ms.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High False-Positive Rate: Causes alarm fatigue and anxiety when users are falsely flagged as stressed.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Inability to Adapt to Environment: Fails to account for temperature, lighting, or resting state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VitaLens Personalized Solution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[The VitaLens Advantage]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30-Second Resting Calibration: On startup, a futuristic glowing HUD ring measures the user's specific baseline BPM and SDNN.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Percentage Deviation Scoring (Delta%):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   • Low Stress: &gt;= -15% deviation from baseline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   • Moderate Stress: -15% to -35% deviation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   • Elevated Stress: &lt; -35% deviation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Deterministic &amp; Explainable: Users clearly see live vs. baseline telemetry with full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Medical-Grade Cybernetic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Designed with cutting-edge visual aesthetics to provide immediate, actionable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Live Cardiac Telemetry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[Cardiovascular HUD]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Pulsating Heart Icon dynamically synchronizes its beat period (T = 60/BPM) to live heart rate.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Real-time Chart.js sparkline with glowing neon emerald gradient area fill.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Continuous rolling historical BPM trendline with zero frame drop.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Tri-State Stress Meter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[Autonomic Status]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Three glowing segmented status bars (Low / Moderate / Elevated).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Displays exact SDNN in milliseconds vs. calibrated baseline.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Real-time percentage deviation tooltip and debug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Ergonomic Eye Monitor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[Vision Health]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Session Blinks Counter: Increments in real time with every verified blink.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Blinks / Min rate display with normal range guidelines (10-20/min).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Unified Priority Badge: Drowsy Alert &gt; Eye Strain &gt; Eyes Relaxed.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TECH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Dual-Engine: 100% Client-Side WebAssembly + Python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for limitless scalability, instant deployment, and zero cloud computing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Client-Side Web Engine (Vercel)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[WebAssembly / Edge AI]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Core Tech: Vanilla JavaScript (ES6+), WebAssembly, HTML5 Canvas, Vanilla CSS.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AI Vision: Google MediaPipe Face Mesh &amp; Camera Utils via CDN.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Signal Processing: Custom DSP module with Butterworth IIR filters, Cooley-Tukey FFT, and SDNN.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Audio: HTML5 Web Audio API synthesizing 1000 Hz square-wave tones.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Hosting: Vercel Static Hosting (1-click deploy, 0 server cost, infinite scale).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Native Python Engine (Local / Desktop)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[Python / Scientific Computing]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Backend Framework: Flask (Micro web server &amp; REST API).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Vision &amp; Capture: OpenCV (cv2) + MediaPipe Face Mesh (Python SDK).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Scientific DSP: NumPy, SciPy (scipy.signal Butterworth &amp; find_peaks).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Multi-Threading: Dedicated background video capture &amp; signal processing thread.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Deployment: Ready for edge hardware, Raspberry Pi, or clinical kiosk setups.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MARKET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Transformative Impact Across Multi-Billion Dollar 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Contactless vital tracking unlocks unprecedented wellness and safety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Corporate Wellness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[$50B+ Enterprise Market]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Integrates into enterprise workstations &amp; video call platforms (Zoom/Teams).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Detects employee burnout and eye fatigue early, triggering micro-break reminders.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Lowers corporate healthcare insurance premiums and reduces absenteeism.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Fleet &amp; Driver Safety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[Transportation &amp; Safety]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Embedded in vehicle dashcams and commercial logistics fleets.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Detects micro-sleeps and severe fatigue before accidents occur.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Zero wearables required for truck and ride-share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2918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Telehealth &amp; Remote Care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[Digital Health &amp; Education]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Zero-cost vital sign triage for remote consultations and rural clinics.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Elderly check-ins without complicated Bluetooth hardware pairing.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Stress monitoring in online education and remote proctoring.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MARKET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Competitive Advantage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VitaLens dominates on cost, privacy, and frictionless accessibility.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2651760"/>
                <a:gridCol w="265176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VitaLens (Our Project)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Wearables (Apple / Oura)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Commercial rPPG (Binah.ai)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$0 (Zero extra hardware)</a:t>
                      </a:r>
                    </a:p>
                  </a:txBody>
                  <a:tcPr>
                    <a:solidFill>
                      <a:srgbClr val="1020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$300 – $600 + Subscriptions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Expensive Enterprise SDK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User Friction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Zero (Open browser URL)</a:t>
                      </a:r>
                    </a:p>
                  </a:txBody>
                  <a:tcPr>
                    <a:solidFill>
                      <a:srgbClr val="1020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High (Wear, charge, sync)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Requires native app install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Stress Calibration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Personalized 30s Baseline</a:t>
                      </a:r>
                    </a:p>
                  </a:txBody>
                  <a:tcPr>
                    <a:solidFill>
                      <a:srgbClr val="1020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Static generic thresholds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Proprietary black-box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Eye Strain &amp; Drowsiness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Adaptive EAR + Web Audio</a:t>
                      </a:r>
                    </a:p>
                  </a:txBody>
                  <a:tcPr>
                    <a:solidFill>
                      <a:srgbClr val="1020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Privacy &amp; Security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100% Client-Side WebAssembly</a:t>
                      </a:r>
                    </a:p>
                  </a:txBody>
                  <a:tcPr>
                    <a:solidFill>
                      <a:srgbClr val="1020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Cloud-synced private health data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Cloud API processing</a:t>
                      </a:r>
                    </a:p>
                  </a:txBody>
                  <a:tcPr>
                    <a:solidFill>
                      <a:srgbClr val="0C12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Roadmap &amp; 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every camera into an intelligent, proactive health companion.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Future Development Roadmap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[Next Milestones]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Phase 1: Blood Oxygenation (SpO2) estimation via red/blue chromaticity ratio analysis.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Phase 2: Respiration Rate extraction from thoracic micro-motion and rPPG baseline wander.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Phase 3: Deep learning neural network integration (UBFC-rPPG lightweight model via ONNX Web Runtime).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Phase 4: Native Browser Extensions &amp; Electron desktop background app for seamless work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Summary &amp; Key Takeaways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</a:defRPr>
            </a:pPr>
            <a:r>
              <a:t>[Prasunethon 2.0 Conclusion]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✅ Fully Working Prototype: Live on Vercel &amp; verified on real webcam streams.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✅ Zero Cost &amp; Infinite Scalability: Pure WebAssembly execution eliminates server expenses.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✅ Medical-Grade DSP: Butterworth filtering, FFT spectral analysis, and personalized baseline HRV.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✅ Triple Health Telemetry: Heart Rate, Autonomic Stress, and Eye Fatigue in one unified screen.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• 🏆 Thank you! VitaLens brings accessible wellness intelligence to everyone, everywhere.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